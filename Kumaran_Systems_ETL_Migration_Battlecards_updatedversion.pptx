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02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battlecard pack for the Kumaran Informatica PowerCenter to Databricks migration tool. Five competitors, one card each. Swap in the official product name if it differs from 'Kumaran Migration Accelerator'.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two human-in-the-loop gates and common-component detection. Those are the two things no competitor in this pack advertises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dark cards are the differentiator. Point at them explicitly in a demo — most competing tools have a single conversion pass with no structured developer review before code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claim a competitor cannot do something on the strength of this table alone. 'Not published' is a discovery prompt, not a fact about their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Lakebridge: lead with the middle column. Never assert a competitor gap as fact in front of a client — turn it into one of the discovery questions on the right and let them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LeapLogic: lead with the middle column. Never assert a competitor gap as fact in front of a client — turn it into one of the discovery questions on the right and let them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seven questions on the right before choosing a card. The answers on scale, effort split and the fix loop tell you which competitor you are actually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PoC. It is the only proposal in this pack that no competitor claim can deflect.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Partners: lead with the middle column. Never assert a competitor gap as fact in front of a client — turn it into one of the discovery questions on the right and let them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FLIP: lead with the middle column. Never assert a competitor gap as fact in front of a client — turn it into one of the discovery questions on the right and let them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Travinto Tools: lead with the middle column. Never assert a competitor gap as fact in front of a client — turn it into one of the discovery questions on the right and let them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1C1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4805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515600" y="5394960"/>
            <a:ext cx="2194560" cy="21945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548640"/>
            <a:ext cx="30632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58952"/>
            <a:ext cx="2651760" cy="9756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139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MIGRATION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6656" y="241401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33467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Gen AI Modernization Platform — Informatica PowerCenter → Databricks (PySpark)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406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706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7980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migration</a:t>
            </a:r>
            <a:endParaRPr lang="en-US" sz="10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855464" y="4791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</a:t>
            </a:r>
            <a:endParaRPr lang="en-US" sz="10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6035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Kumaran Systems  ·  For internal use only  ·  Sales enablement  ·  August 2026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23760" y="548640"/>
            <a:ext cx="4526280" cy="576072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5438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COMPETE AGAINST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43800" y="1435608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5438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1426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Lakebridge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56448" y="1691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open source (BladeBridge)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43800" y="2377440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543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38160" y="2368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LeapLogic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56448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Impetus Technologies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43800" y="3319272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5438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13816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Partners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56448" y="3575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Suite migration utility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43800" y="4261104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5438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3816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56448" y="4517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Kanerika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543800" y="5202936"/>
            <a:ext cx="457200" cy="45720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754380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138160" y="5193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Travinto Tools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156448" y="5458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X2X converter suite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in one slide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380744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7" y="1497421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3258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XML in, PySpark out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78992" y="1609344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PowerCenter workflow XML in bulk. The tool parses it and produces Databricks-native PySpark — minimal rewriting.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350008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97" y="2466685"/>
            <a:ext cx="168981" cy="1689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" y="22951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gate 1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78992" y="2578608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analysis, generated mappings are shown to developers. They correct source-to-target logic before a single line of code is written.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3192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97" y="3435949"/>
            <a:ext cx="168981" cy="1689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0704" y="32644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gate 2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78992" y="35478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generation, a developer describes the change in plain English and the tool regenerates the code. Manual edits are supported too.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288536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97" y="4405213"/>
            <a:ext cx="168981" cy="1689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60704" y="42336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Common-component detection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078992" y="4517136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bulk upload it spots shared parameters, lookups and repeated logic, then references them once instead of emitting duplicated code.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5257800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597" y="5374477"/>
            <a:ext cx="168981" cy="1689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60704" y="5202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deployment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78992" y="5486400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inside the client's own Azure subscription, or as a standalone application. Source code need never leave their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two review gates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stays in control throughout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61872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943100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PowerCenter workflow XML — one file or the whole repository in bulk.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604" y="2948940"/>
            <a:ext cx="192024" cy="192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88920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566160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48" y="1943100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788920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926080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parses the XML, resolves dependencies and builds the source-to-target mappings.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892" y="2948940"/>
            <a:ext cx="192024" cy="19202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93208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5870448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1943100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93208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093208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edit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230368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1. Developers inspect the generated mappings and correct anything the parser read differently.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166360" y="415137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7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948940"/>
            <a:ext cx="192024" cy="19202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97496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8174736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7324" y="1943100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97496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397496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534656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PySpark is generated. Shared parameters and repeated logic are referenced, not duplicated.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2948940"/>
            <a:ext cx="192024" cy="19202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701784" y="1572768"/>
            <a:ext cx="2011680" cy="2944368"/>
          </a:xfrm>
          <a:prstGeom prst="roundRect">
            <a:avLst>
              <a:gd name="adj" fmla="val 2273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10479024" y="1810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1612" y="1943100"/>
            <a:ext cx="192024" cy="19202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701784" y="2395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9701784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9838944" y="299923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2. Describe the change in natural language and regenerate, or edit the code directly.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9774936" y="415137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750" dirty="0"/>
          </a:p>
        </p:txBody>
      </p:sp>
      <p:sp>
        <p:nvSpPr>
          <p:cNvPr id="43" name="Shape 32"/>
          <p:cNvSpPr/>
          <p:nvPr/>
        </p:nvSpPr>
        <p:spPr>
          <a:xfrm>
            <a:off x="484632" y="4892040"/>
            <a:ext cx="11228832" cy="1417320"/>
          </a:xfrm>
          <a:prstGeom prst="roundRect">
            <a:avLst>
              <a:gd name="adj" fmla="val 322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3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6" y="5462626"/>
            <a:ext cx="230429" cy="230429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481328" y="51206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production-ready, Databricks-native PySpark, with of the original business logic preserved.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1499616" y="5632704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 in this pack stops at automated conversion and hands the remainder back to your developers as unstructured rework. We give that rework a guided, repeatable loop.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line up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vendor claims, side by side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356009"/>
              </p:ext>
            </p:extLst>
          </p:nvPr>
        </p:nvGraphicFramePr>
        <p:xfrm>
          <a:off x="457200" y="1207008"/>
          <a:ext cx="11228832" cy="477316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Kumaran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2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Lakebridge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050" b="1" dirty="0" err="1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BladeBridge</a:t>
                      </a: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LeapLogic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Partners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Kanerika FLIP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30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Travinto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model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+ Service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CLI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inside engagement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 platform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suite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review before code generation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gate 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Assessment-led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code refinement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gate 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steps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AI-enabled platform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of shared logic across workflows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auto-detected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automation level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logic preserved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 of tasks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70–95%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95% time cut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time cut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Free, Engagement based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+ services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Engagement-based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Engagement-based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inside client's own tenant </a:t>
                      </a:r>
                      <a:r>
                        <a:rPr lang="en-US" sz="930" b="1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(Security)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Azure or </a:t>
                      </a:r>
                      <a:r>
                        <a:rPr lang="en-US" sz="93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93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local CLI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9AAB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b="1" dirty="0">
                          <a:solidFill>
                            <a:srgbClr val="20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PowerCenter → PySpark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sources → DBSQL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sources,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Any-to-any,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paths, multi-target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2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 any-to-any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89320"/>
            <a:ext cx="11228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Lakebridge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open source (formerly BladeBridge)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argue with free. Argue with the total cost of reaching production — then offer to measure it on their own workflows.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source, published by Databricks itself.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BladeBridge transpiler; analyser, converter, validator and reconciliation in one toolkit.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default when a client asks Databricks what to use.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not a product.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from the Databricks CLI. There is no review UI — a graphical interface is still on the roadmap, not shipped.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partners, not end users.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expects deep configuration knowledge and fluency in the legacy source. Someone still has to run it.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only.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threads report it does not handle Informatica BDM / DEI mappings, so mixed estates fall back to manual work.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rework loop.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output is wrong, the fix is a developer editing PySpark by hand — and that is where the budget actually goes.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tool, expensive migration.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licence was never the cost. The majority of a migration is developer rework and validation — that is the line item we attack.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your team can use.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review, migrate, refine. No CLI fluency, no config archaeology, no dependency on an SI to operate the tool.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loops are guided.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catches misread mappings before code exists. Gate 2 fixes generated code by description instead of by hand.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 converted once.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analysis references common parameters and repeated transformations rather than emitting the same block hundreds of times.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migration cost</a:t>
            </a:r>
            <a:endParaRPr lang="en-US" sz="8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 manual rewrite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per conversion — no licence, and no CLI specialist to hire.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 gates plus reuse detection remove the rework a transpiler hands back.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“Databricks gives it away free — why would we pay you?”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are not buying a transpiler, you are buying the elimination of rework. Run both on your twenty hardest workflows and count the developer-days to production. That number is the whole decision.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comes from Databricks, so it must be the safest choice.”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genuinely good engine, and ours targets the same platform. The difference is everything wrapped around the engine: review gates, reuse detection, and a UI your developers can operate.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on your team will run and configure the CLI, and what happens when they move on?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Informatica BDM or Developer mappings in scope alongside PowerCenter?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transpiler produces code, what is your process for reviewing and correcting it?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estimate for developer rework after conversion, and how confident are you in it?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Impetus Technologies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fight the logo. Move the conversation from credentials to generated code, and propose the side-by-side comparison.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Brickbuilder founding partner and 2024 Databricks Migration Partner of the Year.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broad coverage — Teradata, SAS, Ab Initio, DataStage, Oracle, Talend, Hadoop.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references on multi-thousand-workload programmes.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mega-programmes.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and delivery model is shaped around large multi-quarter engagements. A 200-workflow client pays enterprise entry costs.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not authorship.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claims run 70–95% automated. The residual is manual rework by your developers, outside any guided loop.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plain-English regeneration.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output means re-running the engine or hand-editing, not describing the change and regenerating it.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plus implementation.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metered model that lets a client start with one subject area and expand only if the output holds up.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beats breadth here.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one path. Every engineering hour goes into PowerCenter-to-PySpark fidelity on the platform the client actually has to move.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not one pass.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are corrected before generation and code is reshaped after it. Errors surface twice before UAT, not once during it.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pay per conversion.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 removes the licence decision from the pilot. The client proves the tool on real workflows before committing budget.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 never moves.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the client's own Azure subscription or as a standalone app. Source XML and generated code stay inside their boundary.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end to end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one target — no engineering split across ten legacy platforms.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 twice before UAT: once at the mapping, once at the generated code.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767328" cy="5157216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“Impetus is an award-winning Databricks partner and you are not.”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awards are earned on programme volume and they are real — but they are not a statement about the PySpark on the page. Give us your ten most complex workflows for two weeks and compare the generated code.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“LeapLogic covers ten source platforms — you only cover Informatica.”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and deliberate. You are moving PowerCenter, not ten platforms. Buy the tool that is deepest on the problem actually in front of you.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" cy="603504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70432" y="548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win with, and what to ask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before you pick a battlecard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32120" cy="4846320"/>
          </a:xfrm>
          <a:prstGeom prst="roundRect">
            <a:avLst>
              <a:gd name="adj" fmla="val 943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60" y="1461760"/>
            <a:ext cx="130576" cy="1305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13533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deals we win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" y="1828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PowerCenter estates.  </a:t>
            </a: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to a few thousand workflows — too large to rewrite by hand, too small to absorb an enterprise licence.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want the capability in-house.  </a:t>
            </a: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intend to own the migration, not hand the whole programme to a system integrator.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industries.  </a:t>
            </a: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insurance and healthcare, where the source metadata must stay inside the client's own tenant.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by a first attempt.  </a:t>
            </a:r>
            <a:r>
              <a:rPr lang="en-US" sz="11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transpiler produced code, the rework estimate came in, and the programme stalled.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4343400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60" y="4433560"/>
            <a:ext cx="130576" cy="1305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8136" y="43251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should walk away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04088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 that are mostly Informatica BDM / Developer rather than PowerCenter.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programmes moving Teradata, SAS and Ab Initio in the same wave.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2000"/>
              </a:spcAft>
              <a:buSzPct val="100000"/>
              <a:buChar char="•"/>
            </a:pPr>
            <a:r>
              <a:rPr lang="en-US" sz="105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whose target is Snowflake or Fabric rather than Databricks.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9632" y="1188720"/>
            <a:ext cx="5532120" cy="4846320"/>
          </a:xfrm>
          <a:prstGeom prst="roundRect">
            <a:avLst>
              <a:gd name="adj" fmla="val 94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28232" y="13716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392" y="1461760"/>
            <a:ext cx="130576" cy="1305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0568" y="1353312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that qualify for us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46520" y="182880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workflows and mappings are in scope, and how much logic is duplicated across them?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split.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your migration budget is tooling, and what share is developer rework and validation?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your developers correct a mapping before code is generated, or only after?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loop.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generated code is wrong, what is the process to correct it — and how long does one cycle take?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paying an upfront licence, or only for what you actually convert?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source metadata need to stay inside your own tenant?</a:t>
            </a:r>
            <a:endParaRPr lang="en-US" sz="1150" dirty="0"/>
          </a:p>
          <a:p>
            <a:pPr marL="0" indent="0">
              <a:lnSpc>
                <a:spcPct val="95000"/>
              </a:lnSpc>
              <a:spcAft>
                <a:spcPts val="2400"/>
              </a:spcAft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Assurance.  </a:t>
            </a:r>
            <a:r>
              <a:rPr lang="en-US" sz="11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prove logic parity between the old workflow and the new pipeline to an auditor?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1C1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converts. We are the one that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rework disappear.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conversion is now table stakes — Databricks gives an engine away for free. The migration budget is spent on what happens after conversion. Two human-in-the-loop gates and automatic reuse of shared logic are what take that number down.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09" y="4121749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catches misread mappings before a line is generated.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83864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739896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573" y="4121749"/>
            <a:ext cx="168981" cy="1689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9896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by description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58184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regenerates PySpark from plain English, not hand edits.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81928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537960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637" y="4121749"/>
            <a:ext cx="168981" cy="1689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shared logic once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56248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estates produce referenced code, not duplicated code.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79992" y="3794760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336024" y="4005072"/>
            <a:ext cx="402336" cy="40233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2701" y="4121749"/>
            <a:ext cx="168981" cy="1689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36024" y="4507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their tenant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354312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the client's own Azure subscription, or standalone.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85800" y="5870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in every deal: a two-week proof of concept on the client's ten most complex workflows, reviewed by their own developers.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464040" y="562356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5760720"/>
            <a:ext cx="1828800" cy="672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76100E-4DD0-7290-F093-BDE98FF76B59}"/>
              </a:ext>
            </a:extLst>
          </p:cNvPr>
          <p:cNvSpPr/>
          <p:nvPr/>
        </p:nvSpPr>
        <p:spPr>
          <a:xfrm>
            <a:off x="690465" y="177282"/>
            <a:ext cx="5784980" cy="365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Appendix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20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Partners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Suite · Informatica-to-Databricks Migration Utility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tool from the retainer. Position a product the client's own team keeps running after the programme closes.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utility inside a wider suite spanning Databricks, Snowflake, Fabric and BigQuery.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Assessment-first method with validation gates, which clients find reassuring.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manufacturing case study citing large cost and delivery-time reductions.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the door, not the deal.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sold through a demo and a PoV into a consulting engagement. The client buys people; the utility comes along with them.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pricing.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lets a client model cost per workflow before committing. Scope changes land as change requests.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many targets.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accelerator is pointed at Snowflake, Fabric and BigQuery. Engineering attention is spread across every path.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control is unclear.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published shows developers editing mappings before generation or steering the generated code afterwards.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tool, not the retainer.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developers run it, on your schedule. The capability stays in the client's team after the programme ends.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the client can model.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per conversion. Finance can build the business case from workflow counts before a single contract is signed.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at both ends.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are reviewed before generation and PySpark is refined after. Nothing is a black box the client has to take on trust.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Single-path focus.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one target, one grammar to get right. That concentration is what buys the last few percent of fidelity.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production-</a:t>
            </a:r>
            <a:endParaRPr lang="en-US" sz="8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code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licensed to the client — their own team runs it after go-live.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modelled per workflow before signature, not discovered after an assessment.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would rather have a partner who owns the whole programme.”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us for the conversion engine and keep whoever you trust for programme delivery. The tool does not require our people — which means it does not lock you into our rate card either.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“Their case study shows a 67% cost reduction.”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are measured against a manual rewrite too — 75% lower cost, 3X faster, full logic preservation. Neither number means anything until it is measured on your workflows, which is what a two-week PoC is for.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utility licensed to you, or only available while their consultants are on site?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go-live, can your own developers run another conversion without re-engaging them?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scope change cost once the engagement is priced?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finance model a cost per workflow today, or only after the assessment?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Kanerika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the certifications, then move the conversation to the last 20% and to where the code is allowed to run.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AI-enabled platform with twelve migration paths and a polished product story.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ISO 27701, SOC 2 and GDPR accreditation — a real advantage in regulated deals.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states it handles PowerCenter and Informatica Developer / BDE repositories.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stops around 80%.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material quotes 70–80%. The remaining fifth is manual redevelopment, with no guided loop to absorb it.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paths, one roadmap.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Talend, Alteryx, Power BI and Databricks share the same engineering team. Informatica-to-Databricks is one of many priorities.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plus services.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delivered alongside a Kanerika team, and cost is quoted per engagement rather than per workflow.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regeneration by description.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published shows a developer prompting the platform in natural language to reshape generated code.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 the last 20%.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80% automated and production-ready is the expensive part. Gate 2 turns it into a prompt-and-regenerate cycle instead of a rewrite.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path, done properly.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to PySpark is our whole product, not one of twelve routes sharing a single backlog.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removed by design.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analysis detects common parameters and repeated logic and references them once — smaller, cleaner, cheaper code to maintain.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placement.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the client's own Azure tenant or standalone. The strongest answer to a data-residency question is that the data never left.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gap</a:t>
            </a:r>
            <a:endParaRPr lang="en-US" sz="8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turns the residual rewrite into a prompt-and-regenerate cycle.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PowerCenter to PySpark is the whole product, not one of twelve migration paths.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“Kanerika holds ISO 27001, ISO 27701 and SOC 2. What do you hold?”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certification question seriously and route it to Kumaran compliance rather than improvising. Then reframe: the control that matters most here is deployment topology, and ours runs entirely inside the client's own Azure subscription.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“FLIP already handles BDE and Developer mappings.”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actual mix in scope during discovery. If the estate is overwhelmingly PowerCenter, buy depth on PowerCenter — a capability nobody exercises is not worth paying for.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20% their accelerator does not automate — who rewrites it, against what estimate?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your estate is PowerCenter versus BDM or Developer mappings?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security team need the conversion to run inside your own tenant?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accelerator licensed to you, or bundled with their delivery team?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21792" cy="621792"/>
          </a:xfrm>
          <a:prstGeom prst="ellipse">
            <a:avLst/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C9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Travinto 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804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X2X Analyzer · Converter · Validator · Optimizer · FinOps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73568" y="256032"/>
            <a:ext cx="3767328" cy="786384"/>
          </a:xfrm>
          <a:prstGeom prst="roundRect">
            <a:avLst>
              <a:gd name="adj" fmla="val 5814"/>
            </a:avLst>
          </a:prstGeom>
          <a:solidFill>
            <a:srgbClr val="81C1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74736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FRAME THE DEAL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174736" y="5303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95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breadth with proof. Ask for a named reference on this exact path, at this scale, in this industry.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75888" cy="1664208"/>
          </a:xfrm>
          <a:prstGeom prst="roundRect">
            <a:avLst>
              <a:gd name="adj" fmla="val 2747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8" y="1443472"/>
            <a:ext cx="130576" cy="1305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 strong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1792224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wide any-to-any conversion matrix with a named five-tool suite.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claims up to 90% reduction in migration time and states support for Informatica BDM.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unsolicited mentions in Databricks Community threads.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8368" y="3182112"/>
            <a:ext cx="310896" cy="31089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8" y="3272272"/>
            <a:ext cx="130576" cy="130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0704" y="31638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leave a gap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" y="3639312"/>
            <a:ext cx="3236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over depth.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source-target permutations from one team. Per-path grammar depth is very hard to sustain at that spread.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verifiable proof.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named enterprise references or published case studies to substantiate the conversion claims.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Single-click, low control.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one-click conversion. Nothing published gives developers a review step before code is generated.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2000"/>
              </a:spcAft>
              <a:buNone/>
            </a:pPr>
            <a:r>
              <a:rPr lang="en-US" sz="10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commercials and hosting.  </a:t>
            </a:r>
            <a:r>
              <a:rPr lang="en-US" sz="10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pricing nor deployment topology is published, which stalls procurement and security review.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61104" y="1170432"/>
            <a:ext cx="3675888" cy="3456432"/>
          </a:xfrm>
          <a:prstGeom prst="roundRect">
            <a:avLst>
              <a:gd name="adj" fmla="val 1323"/>
            </a:avLst>
          </a:prstGeom>
          <a:solidFill>
            <a:srgbClr val="81C195"/>
          </a:solidFill>
          <a:ln/>
          <a:effectLst>
            <a:outerShdw blurRad="127000" dist="25400" dir="5400000" algn="bl" rotWithShape="0">
              <a:srgbClr val="1B3D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462272" y="13533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432" y="1443472"/>
            <a:ext cx="130576" cy="1305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Kumaran wins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1828800"/>
            <a:ext cx="323697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 not claim.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to a 90% claim is a two-week PoC on the client's own hardest workflows, with the output reviewed by their developers.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the product.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 gates make conversion auditable. One-click conversion is fast right up to the point where it is wrong.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procurement can use.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pay-as-you-go model, defined deployment options and a clear tenancy story. No unknowns to resolve before signature.</a:t>
            </a:r>
            <a:endParaRPr lang="en-US" sz="1050" dirty="0"/>
          </a:p>
          <a:p>
            <a:pPr marL="0" indent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bulk estates.  </a:t>
            </a:r>
            <a:r>
              <a:rPr lang="en-US" sz="1000" dirty="0">
                <a:solidFill>
                  <a:srgbClr val="27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Common-component detection means a thousand-workflow upload produces referenced, maintainable code rather than a thousand near-identical files.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61104" y="4809744"/>
            <a:ext cx="3675888" cy="1645920"/>
          </a:xfrm>
          <a:prstGeom prst="roundRect">
            <a:avLst>
              <a:gd name="adj" fmla="val 2778"/>
            </a:avLst>
          </a:prstGeom>
          <a:solidFill>
            <a:srgbClr val="EEF7F1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462272" y="4956048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432" y="5046208"/>
            <a:ext cx="130576" cy="1305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493776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that answers them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535838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08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489704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evidence</a:t>
            </a:r>
            <a:endParaRPr lang="en-US" sz="8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880" dirty="0">
                <a:solidFill>
                  <a:srgbClr val="67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own workflows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5705856" y="5376672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reviewed by the client's developers — not a claimed percentage.</a:t>
            </a:r>
            <a:endParaRPr lang="en-US" sz="900" dirty="0"/>
          </a:p>
          <a:p>
            <a:pPr marL="342900" indent="-342900">
              <a:lnSpc>
                <a:spcPct val="95000"/>
              </a:lnSpc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pricing, defined deployment options, auditable review gates.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65008" y="1170432"/>
            <a:ext cx="3675888" cy="2651760"/>
          </a:xfrm>
          <a:prstGeom prst="roundRect">
            <a:avLst>
              <a:gd name="adj" fmla="val 1724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8266176" y="1353312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36" y="1443472"/>
            <a:ext cx="130576" cy="1305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668512" y="133502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say… you say…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84464" y="1792224"/>
            <a:ext cx="3236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“Travinto claims a 90% reduction in migration time.”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in this market quotes a large percentage, ours included. The only honest tie-breaker is generated code from the client's real workflows, reviewed by their own developers. Propose that comparison and let the output decide.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20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“Their tool covers far more source and target combinations.”</a:t>
            </a:r>
            <a:endParaRPr lang="en-US" sz="950" dirty="0"/>
          </a:p>
          <a:p>
            <a:pPr marL="0" indent="0">
              <a:lnSpc>
                <a:spcPct val="94000"/>
              </a:lnSpc>
              <a:spcAft>
                <a:spcPts val="900"/>
              </a:spcAft>
              <a:buNone/>
            </a:pPr>
            <a:r>
              <a:rPr lang="en-US" sz="92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reason to check how deep any single one goes. Ask for a named reference on Informatica PowerCenter to Databricks specifically, at your scale, in your industry.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65008" y="4005072"/>
            <a:ext cx="3675888" cy="2450592"/>
          </a:xfrm>
          <a:prstGeom prst="roundRect">
            <a:avLst>
              <a:gd name="adj" fmla="val 1866"/>
            </a:avLst>
          </a:prstGeom>
          <a:solidFill>
            <a:srgbClr val="F6FBF8"/>
          </a:solidFill>
          <a:ln w="12700">
            <a:solidFill>
              <a:srgbClr val="CFE7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8266176" y="4169664"/>
            <a:ext cx="310896" cy="310896"/>
          </a:xfrm>
          <a:prstGeom prst="ellipse">
            <a:avLst/>
          </a:prstGeom>
          <a:solidFill>
            <a:srgbClr val="4082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336" y="4259824"/>
            <a:ext cx="130576" cy="1305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8512" y="415137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204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84464" y="4608576"/>
            <a:ext cx="32369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name a reference at your scale on this exact source-to-target path?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tool run, and does your source metadata leave your network?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step where your developers approve the mapping before code is generated?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1100"/>
              </a:spcAft>
              <a:buSzPct val="100000"/>
              <a:buChar char="•"/>
            </a:pPr>
            <a:r>
              <a:rPr lang="en-US" sz="980" dirty="0">
                <a:solidFill>
                  <a:srgbClr val="4C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their published pricing and deployment models, and has security reviewed them?</a:t>
            </a:r>
            <a:endParaRPr lang="en-US" sz="98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11265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  ·  Kumaran Systems  ·  August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3900</Words>
  <Application>Microsoft Office PowerPoint</Application>
  <PresentationFormat>Widescreen</PresentationFormat>
  <Paragraphs>370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Kumaran Systems — Data Migration Battlecards</dc:title>
  <dc:subject>PptxGenJS Presentation</dc:subject>
  <dc:creator>Kumaran Systems</dc:creator>
  <cp:lastModifiedBy>Rajesh Ayyappandurai</cp:lastModifiedBy>
  <cp:revision>5</cp:revision>
  <dcterms:created xsi:type="dcterms:W3CDTF">2026-08-25T03:17:28Z</dcterms:created>
  <dcterms:modified xsi:type="dcterms:W3CDTF">2026-08-26T05:58:52Z</dcterms:modified>
</cp:coreProperties>
</file>